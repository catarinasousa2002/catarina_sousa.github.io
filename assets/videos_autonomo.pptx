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C1129-5F44-7518-1FB3-16E884749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A1EE86-380D-D719-6442-F010F9F75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F0399E5-AEDD-0B97-30BB-D0C4A95F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3137535-5606-56A2-B5B4-6842D48F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CE5E516-2AF5-1692-A0D5-6F3C8108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988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00D5C-872C-2CC6-BACE-F9F309F0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2E0A767-CDF9-81FA-8D72-AA19EDC2C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5CCA186-670F-553A-1718-D57BB32C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A30A090-4A39-30A3-6DD4-ED344418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3F30D3D-566D-4DE6-AFFB-7A25F868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543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229C3-E906-240E-C52E-0EE512EF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D767034-DCD0-4FDE-F541-87BB89EF1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B1BE93F-911C-0EAB-1EB0-AFDBEDC2E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1A70636-1D05-8B01-3431-DD74E93E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A46F8DF-528C-AD27-CB47-4F3B87C3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707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9BB09-7743-2093-6FE1-FCBBDC5E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26909BD-0F91-8728-EE30-9A61A1DFA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93E4AB7-294D-03DA-6881-0481AF667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5C643F9-399D-BCF1-2060-87891487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E3C1A6D-6063-9B30-311C-FEB4DD65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ABFF1FF-64F5-3053-DDFD-8AFDCCFB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236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B2C2C-5DA4-6C8C-42B3-9B3516D1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5FF118C-5B5E-037F-E48A-A0FA98523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FBC5CE4-92BE-B6FB-736A-C5189E790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4D58B2F-CEF5-8166-5834-C36858F51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E8AE165-CBF0-25EA-9231-EED0F9E72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75628B1-7419-86CC-C378-25277461A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C72CD7AC-A708-5E2C-A406-68FFA768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FF4B0A4-3222-E03E-6414-31456E0F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4122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2FBA2-9E8B-5C58-A0DD-6D58A7DE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BC336FB-D3B8-EDC8-14ED-5E9F98E0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2ACBDFA-920C-9062-1587-A8C54F42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29238C1-42C5-1EC7-9ADE-FE1FFC73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383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8BE59B9-B52B-8542-1470-BB4AC482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7114FC0-4970-DF3F-0ADB-0B4D0129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7839679-9486-7FF5-ECB9-B0B8DB5E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316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E3C51-07EC-EA7D-EF43-32DC61D3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EF99AE4-3BBC-DF23-9047-324D8ACD6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A0DD809-A171-14D5-7FBE-13244D3E4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33BD3FE-9A12-BC93-6FDF-39C843D6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A4C351C-CA21-879B-6C21-5AB062CBE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875C045-756E-A3F2-25BB-78C464FC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367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84B10-4FB5-D445-5428-EDB7FECD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26BD93E-5876-EF5E-6B95-FB515BD5C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7643724-6304-7A3F-C47E-FF1289F8B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C4C23C2-6495-0612-E00D-D1B38052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FA4892A-6ACF-894F-2B49-27CAB337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A824C13-3737-228F-AF30-D6968339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809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69E1E-3618-D8AC-1D93-BB5F8725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2481C1D-D6B4-965F-A77A-604B92B0A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7DB8CB1-EAE8-0A61-04C7-12DC9BAF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E0C5FB-D911-E2C6-8D44-953D42F3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47DD6D6-2396-6288-204C-76D69542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930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9DA609-FBEB-AB3F-0856-C50673D85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79603E7-DE03-0AC9-B797-D8696069F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9AF31A9-70B0-7C4A-2A7A-EFC96DA3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94BBE8-FDDA-E348-7537-12F8E0A0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75B82A2-33F8-B6C9-2F95-1F1FBABD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166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ACFFF26-F55D-A60F-1D17-69746BBC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40C3E9E-C6D8-46FD-15FC-0F94CD433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BCEE94C-734D-6CE1-0E15-B87DF779C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8D455-D201-4CD2-BB0E-0C7D861A7C88}" type="datetimeFigureOut">
              <a:rPr lang="pt-PT" smtClean="0"/>
              <a:t>05/02/2025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3148244-B19F-2FC2-659C-9DEE6FF63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CBC29C5-46A1-B6AE-CFAE-D530A83BB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3233E-C712-436C-8CE5-258CAC6DFD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696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Freeform: Shape 1032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Freeform: Shape 1034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338E80-D153-664B-49AB-7B097E654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098" y="2212068"/>
            <a:ext cx="5019074" cy="2334851"/>
          </a:xfrm>
        </p:spPr>
        <p:txBody>
          <a:bodyPr anchor="b">
            <a:normAutofit/>
          </a:bodyPr>
          <a:lstStyle/>
          <a:p>
            <a:pPr algn="l"/>
            <a:r>
              <a:rPr lang="pt-PT" sz="5400" dirty="0"/>
              <a:t>Maquete provisória-Linha amarela e verde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ercurso linha amarela e verde">
            <a:hlinkClick r:id="" action="ppaction://media"/>
            <a:extLst>
              <a:ext uri="{FF2B5EF4-FFF2-40B4-BE49-F238E27FC236}">
                <a16:creationId xmlns:a16="http://schemas.microsoft.com/office/drawing/2014/main" id="{371B8389-0100-603F-329C-294DDAEED3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92423" y="-1"/>
            <a:ext cx="4466006" cy="7558714"/>
          </a:xfrm>
          <a:prstGeom prst="rect">
            <a:avLst/>
          </a:prstGeom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Escola de Engenharia">
            <a:extLst>
              <a:ext uri="{FF2B5EF4-FFF2-40B4-BE49-F238E27FC236}">
                <a16:creationId xmlns:a16="http://schemas.microsoft.com/office/drawing/2014/main" id="{4B3064C6-E40A-9615-B8C1-A14F820F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230" y="245701"/>
            <a:ext cx="2253352" cy="148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3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9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scola de Engenharia">
            <a:extLst>
              <a:ext uri="{FF2B5EF4-FFF2-40B4-BE49-F238E27FC236}">
                <a16:creationId xmlns:a16="http://schemas.microsoft.com/office/drawing/2014/main" id="{F9E8F402-E215-3E9F-F567-FAEA6A4DC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230" y="245701"/>
            <a:ext cx="2253352" cy="148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teste amarelo e verde (protoboard)">
            <a:hlinkClick r:id="" action="ppaction://media"/>
            <a:extLst>
              <a:ext uri="{FF2B5EF4-FFF2-40B4-BE49-F238E27FC236}">
                <a16:creationId xmlns:a16="http://schemas.microsoft.com/office/drawing/2014/main" id="{942B0B38-0A21-1626-928A-A1322D1A05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75659" y="0"/>
            <a:ext cx="5026697" cy="740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3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urva linha branca">
            <a:hlinkClick r:id="" action="ppaction://media"/>
            <a:extLst>
              <a:ext uri="{FF2B5EF4-FFF2-40B4-BE49-F238E27FC236}">
                <a16:creationId xmlns:a16="http://schemas.microsoft.com/office/drawing/2014/main" id="{316F959C-D18A-B7C7-8D3D-F518737D46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86690" y="0"/>
            <a:ext cx="4818620" cy="857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70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</Words>
  <Application>Microsoft Office PowerPoint</Application>
  <PresentationFormat>Ecrã Panorâmico</PresentationFormat>
  <Paragraphs>1</Paragraphs>
  <Slides>3</Slides>
  <Notes>0</Notes>
  <HiddenSlides>0</HiddenSlides>
  <MMClips>3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Tema do Office</vt:lpstr>
      <vt:lpstr>Maquete provisória-Linha amarela e verde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Catarina Carvalho de Sousa</dc:creator>
  <cp:lastModifiedBy>Catarina Carvalho de Sousa</cp:lastModifiedBy>
  <cp:revision>1</cp:revision>
  <dcterms:created xsi:type="dcterms:W3CDTF">2025-02-05T23:01:17Z</dcterms:created>
  <dcterms:modified xsi:type="dcterms:W3CDTF">2025-02-05T23:11:21Z</dcterms:modified>
</cp:coreProperties>
</file>